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13" r:id="rId2"/>
    <p:sldId id="309" r:id="rId3"/>
    <p:sldId id="318" r:id="rId4"/>
    <p:sldId id="317" r:id="rId5"/>
    <p:sldId id="308" r:id="rId6"/>
    <p:sldId id="315" r:id="rId7"/>
    <p:sldId id="319" r:id="rId8"/>
    <p:sldId id="310" r:id="rId9"/>
    <p:sldId id="311" r:id="rId10"/>
    <p:sldId id="31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2" dt="2026-08-30T04:25:01.1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70420-6D0F-EAFD-7048-A7553BEAB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E79242-3B16-816E-314C-9F09AD248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09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BC9CD-BE01-BF5E-1BCA-AE9DD0E31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393190-E433-A210-850D-158EEEA9B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333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39467-713D-FD15-F041-DF5FD01D3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5A1B1A-25D6-6C8E-8A91-4E0A179F9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67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D364A-BB53-5988-186E-E077A58EC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F5357C-3230-7008-7561-EEFA50F98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381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05586-1F8F-0048-348B-4C54BFDA7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DD0AF0-016D-0E3E-F9C9-160773B03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011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DD94A-812D-7AD5-5F4C-7C9A46A44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70AFBC-5228-493E-B44C-1C91EE021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61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5B6D2-890A-4D81-6BF9-84D10EB8F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D078D9-2B70-9538-419E-E5CEC1009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603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70420-6D0F-EAFD-7048-A7553BEAB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178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70866-49CB-C062-0BB9-776E0A19F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912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764D9-9C47-2CFF-9086-7DEDB1304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0588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22</cp:revision>
  <dcterms:created xsi:type="dcterms:W3CDTF">2013-07-15T20:26:40Z</dcterms:created>
  <dcterms:modified xsi:type="dcterms:W3CDTF">2026-08-30T08:36:36Z</dcterms:modified>
</cp:coreProperties>
</file>